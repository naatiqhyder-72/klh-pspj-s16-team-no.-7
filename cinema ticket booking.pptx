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naatiqhyder-72/JAVA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2563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8206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3850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29493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75136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92563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8206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83850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29493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75136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92563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8206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83850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29493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75136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92563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8206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83850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29493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75136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74920"/>
            <a:ext cx="4754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SOLVING USING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(JAVA)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7150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 Code: 26SC1101E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300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JAVA CONSOLE APPLICATION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2331720"/>
            <a:ext cx="86868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CINEMA SEAT</a:t>
            </a:r>
            <a:endParaRPr lang="en-US" sz="5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BOOKING SYSTEM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Presented By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3796" y="21945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05356" y="2651760"/>
            <a:ext cx="1188720" cy="118872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1705356" y="2651760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6676" y="406908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Meer Naatiq Hyder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" y="45720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2620030257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8556" y="21945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0116" y="2651760"/>
            <a:ext cx="1188720" cy="118872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0" name="Text 8"/>
          <p:cNvSpPr/>
          <p:nvPr/>
        </p:nvSpPr>
        <p:spPr>
          <a:xfrm>
            <a:off x="5500116" y="2651760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31436" y="406908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Sharantej Ram Gardasu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436" y="45720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2620030318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3316" y="21945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94876" y="2651760"/>
            <a:ext cx="1188720" cy="118872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5" name="Text 13"/>
          <p:cNvSpPr/>
          <p:nvPr/>
        </p:nvSpPr>
        <p:spPr>
          <a:xfrm>
            <a:off x="9294876" y="2651760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26196" y="406908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Sankeerth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6196" y="45720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2620030292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menu-driven Java console application that lets a user book, cancel, and view seats for a movie show.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cinema hall is modeled as a grid of seats, with each seat marked as available or booked.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interact through simple text prompts — choose a seat, confirm a booking, or check the layout.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prevents double booking by validating seat status before every confirmation.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entirely with core Java — no external libraries — to reinforce fundamental programming concepts.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1417320"/>
            <a:ext cx="4434840" cy="4572000"/>
          </a:xfrm>
          <a:prstGeom prst="roundRect">
            <a:avLst>
              <a:gd name="adj" fmla="val 2474"/>
            </a:avLst>
          </a:prstGeom>
          <a:solidFill>
            <a:srgbClr val="4A0B19"/>
          </a:solidFill>
        </p:spPr>
      </p:sp>
      <p:sp>
        <p:nvSpPr>
          <p:cNvPr id="5" name="Shape 3"/>
          <p:cNvSpPr/>
          <p:nvPr/>
        </p:nvSpPr>
        <p:spPr>
          <a:xfrm>
            <a:off x="7635240" y="1828800"/>
            <a:ext cx="3611880" cy="365760"/>
          </a:xfrm>
          <a:prstGeom prst="roundRect">
            <a:avLst>
              <a:gd name="adj" fmla="val 15000"/>
            </a:avLst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635240" y="1828800"/>
            <a:ext cx="3611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A0B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26680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43416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2328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60152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99064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65592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04504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3416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82328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60152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99064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5592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04504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3416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82328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1240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0152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99064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65592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04504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3416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82328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21240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0152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99064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04504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43416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82328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21240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60152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99064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56235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52360" y="5669280"/>
            <a:ext cx="146304" cy="1463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52560" y="5669280"/>
            <a:ext cx="146304" cy="146304"/>
          </a:xfrm>
          <a:prstGeom prst="roundRect">
            <a:avLst/>
          </a:prstGeom>
          <a:solidFill>
            <a:srgbClr val="7A1128"/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56235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7403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9387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129387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379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Seat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1431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415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0" name="Text 8"/>
          <p:cNvSpPr/>
          <p:nvPr/>
        </p:nvSpPr>
        <p:spPr>
          <a:xfrm>
            <a:off x="353415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9407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407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 &amp; Seat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5459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7443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5" name="Text 13"/>
          <p:cNvSpPr/>
          <p:nvPr/>
        </p:nvSpPr>
        <p:spPr>
          <a:xfrm>
            <a:off x="577443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3435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435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9487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1471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20" name="Text 18"/>
          <p:cNvSpPr/>
          <p:nvPr/>
        </p:nvSpPr>
        <p:spPr>
          <a:xfrm>
            <a:off x="801471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7463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463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25499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24" name="Text 22"/>
          <p:cNvSpPr/>
          <p:nvPr/>
        </p:nvSpPr>
        <p:spPr>
          <a:xfrm>
            <a:off x="1025499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1491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491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&amp;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Receipt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menu repeats in a loop (Book / Cancel / View / Exit) until the user chooses to quit.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Concepts Used in This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2628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635508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&amp; Data Types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seat numbers, prices &amp; booking status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470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15868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9" name="Text 7"/>
          <p:cNvSpPr/>
          <p:nvPr/>
        </p:nvSpPr>
        <p:spPr>
          <a:xfrm>
            <a:off x="3497580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7580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 ticket totals &amp; compare seat 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6772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3" name="Text 11"/>
          <p:cNvSpPr/>
          <p:nvPr/>
        </p:nvSpPr>
        <p:spPr>
          <a:xfrm>
            <a:off x="6359652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I/O (Scanner)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9652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the user's movie &amp; seat choice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38844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40012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7" name="Text 15"/>
          <p:cNvSpPr/>
          <p:nvPr/>
        </p:nvSpPr>
        <p:spPr>
          <a:xfrm>
            <a:off x="9221724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Statements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21724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if-else &amp; switch-case for the menu and seat checks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21" name="Text 19"/>
          <p:cNvSpPr/>
          <p:nvPr/>
        </p:nvSpPr>
        <p:spPr>
          <a:xfrm>
            <a:off x="635508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 (for / while)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and scan the rows of the seat map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4700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15868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25" name="Text 23"/>
          <p:cNvSpPr/>
          <p:nvPr/>
        </p:nvSpPr>
        <p:spPr>
          <a:xfrm>
            <a:off x="3497580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Nested Loops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97580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Traverse rows and columns of the seat matrix together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6772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7940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29" name="Text 27"/>
          <p:cNvSpPr/>
          <p:nvPr/>
        </p:nvSpPr>
        <p:spPr>
          <a:xfrm>
            <a:off x="6359652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 Arrays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9652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the cinema hall as a seat matrix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38844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40012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33" name="Text 31"/>
          <p:cNvSpPr/>
          <p:nvPr/>
        </p:nvSpPr>
        <p:spPr>
          <a:xfrm>
            <a:off x="9221724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21724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functions: book, cancel, display seats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Booking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62456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 a 2D char array as the seat matrix — 'A' for available, 'X' for booked.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7" name="Text 5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57984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the layout to the user by looping through the matrix rows and columns.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0" name="Text 8"/>
          <p:cNvSpPr/>
          <p:nvPr/>
        </p:nvSpPr>
        <p:spPr>
          <a:xfrm>
            <a:off x="640080" y="300837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953512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the user for a row and column using Scanner.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3" name="Text 11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749040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chosen seat with an if condition: is seats[row][col] equal to 'A'?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6" name="Text 14"/>
          <p:cNvSpPr/>
          <p:nvPr/>
        </p:nvSpPr>
        <p:spPr>
          <a:xfrm>
            <a:off x="640080" y="45994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544568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available, mark it 'X' and add the price to the running total; otherwise show "Seat already booked".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9" name="Text 17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340096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back to the menu (switch-case: Book / Cancel / View / Exit) until the user exits.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Complete Java Code (1 /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main() method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75720" cy="5349240"/>
          </a:xfrm>
          <a:prstGeom prst="roundRect">
            <a:avLst>
              <a:gd name="adj" fmla="val 1709"/>
            </a:avLst>
          </a:prstGeom>
          <a:solidFill>
            <a:srgbClr val="1D1D1D"/>
          </a:solidFill>
        </p:spPr>
      </p:sp>
      <p:sp>
        <p:nvSpPr>
          <p:cNvPr id="5" name="Text 3"/>
          <p:cNvSpPr/>
          <p:nvPr/>
        </p:nvSpPr>
        <p:spPr>
          <a:xfrm>
            <a:off x="621792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java.util.Scanner;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 class CinemaSeatBooking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final int ROWS = 5;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final int COLS = 8;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final int PRICE = 150;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char[][] seats = new char[ROWS][COLS];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int totalAmount = 0;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public static void main(String[] args)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Scanner sc = new Scanner(System.in);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initializeSeats();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choice;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do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System.out.println("CINEMA SEAT BOOKING");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System.out.println("View Book Cancel Exit (1-4)");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System.out.print("Enter choice: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choice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switch (choice)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1: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displaySeats();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2: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System.out.print("Row(0-4):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r1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System.out.print("Col(0-7):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c1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bookSeat(r1, c1);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3: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System.out.print("Row(0-4):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r2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System.out.print("Col(0-7):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c2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cancelSeat(r2, c2);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4: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System.out.println("Total=" + totalAmount);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System.out.println("Thank you!");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default: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System.out.println("Invalid choice.");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while (choice != 4);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sc.close();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Complete Java Code (2 /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Helper methods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75720" cy="5349240"/>
          </a:xfrm>
          <a:prstGeom prst="roundRect">
            <a:avLst>
              <a:gd name="adj" fmla="val 1709"/>
            </a:avLst>
          </a:prstGeom>
          <a:solidFill>
            <a:srgbClr val="1D1D1D"/>
          </a:solidFill>
        </p:spPr>
      </p:sp>
      <p:sp>
        <p:nvSpPr>
          <p:cNvPr id="5" name="Text 3"/>
          <p:cNvSpPr/>
          <p:nvPr/>
        </p:nvSpPr>
        <p:spPr>
          <a:xfrm>
            <a:off x="621792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void initializeSeats()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(int i = 0; i &lt; ROWS; i++)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for (int j = 0; j &lt; COLS; j++)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seats[i][j] = 'A';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void displaySeats()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System.out.println("A=Available X=Booked");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(int i = 0; i &lt; ROWS; i++)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for (int j = 0; j &lt; COLS; j++)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System.out.print(seats[i][j] + "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boolean bookSeat(int row, int col)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(row&lt;0||row&gt;=ROWS||col&lt;0||col&gt;=COLS)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System.out.println("Invalid position.");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(seats[row][col] == 'A')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seats[row][col] = 'X';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totalAmount += PRICE;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System.out.println("Booked! Rs." + PRICE);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true;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System.out.println("Already booked.");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boolean cancelSeat(int row, int col)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(row&lt;0||row&gt;=ROWS||col&lt;0||col&gt;=COLS)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System.out.println("Invalid position.");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(seats[row][col] == 'X')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seats[row][col] = 'A';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totalAmount -= PRICE;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System.out.println("Cancelled.");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true;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System.out.println("Not booked.");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&amp;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868680" y="224028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Double Booking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seat-status checks stop two users from taking the same seat.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6916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9" name="Text 7"/>
          <p:cNvSpPr/>
          <p:nvPr/>
        </p:nvSpPr>
        <p:spPr>
          <a:xfrm>
            <a:off x="6583680" y="224028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&amp; Beginner-Friendly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core Java, making it an approachable way to practice fundamentals.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886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3" name="Text 11"/>
          <p:cNvSpPr/>
          <p:nvPr/>
        </p:nvSpPr>
        <p:spPr>
          <a:xfrm>
            <a:off x="868680" y="443484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Logic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seat-matrix approach extends to buses, trains, and flight bookings.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6576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886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7" name="Text 15"/>
          <p:cNvSpPr/>
          <p:nvPr/>
        </p:nvSpPr>
        <p:spPr>
          <a:xfrm>
            <a:off x="6583680" y="443484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 for Bigger Projects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89204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grow into a GUI or database-backed app with Swing/JavaFX and JDBC.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0754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1709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2663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13618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0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0754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71709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92663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13618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50754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1709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2663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13618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shows how core Java concepts — arrays, loops, conditionals and methods — come together to build a working, menu-driven seat booking system.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2788920"/>
            <a:ext cx="868680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Graphical interface using Swing or JavaFX for a visual seat map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connectivity (JDBC) to store bookings permanently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 gateway integration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 multiple shows, screens, and simultaneous users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Link:</a:t>
            </a:r>
            <a:endParaRPr lang="en-US" sz="1800" dirty="0"/>
          </a:p>
        </p:txBody>
      </p:sp>
      <p:sp>
        <p:nvSpPr>
          <p:cNvPr id="4" name="Text 2">
            <a:hlinkClick r:id="rId1"/>
          </p:cNvPr>
          <p:cNvSpPr/>
          <p:nvPr/>
        </p:nvSpPr>
        <p:spPr>
          <a:xfrm>
            <a:off x="3429000" y="3291840"/>
            <a:ext cx="8138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n-US" sz="1800" dirty="0"/>
              <a:t>https://github.com/naatiqhyder-72/KLH-PSPJ-S16-TEAM-No.-7</a:t>
            </a:r>
            <a:endParaRPr lang="en-US" alt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5533</Words>
  <Application>WPS Presentation</Application>
  <PresentationFormat>On-screen Show (16:9)</PresentationFormat>
  <Paragraphs>309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Hyder Naatiq</cp:lastModifiedBy>
  <cp:revision>2</cp:revision>
  <dcterms:created xsi:type="dcterms:W3CDTF">2026-09-14T06:45:00Z</dcterms:created>
  <dcterms:modified xsi:type="dcterms:W3CDTF">2026-09-15T05:44:17Z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DBFA0A57310248DDAA58D3A3A2887E24_12</vt:lpwstr>
  </property>
  <property fmtid="{D5CDD505-2E9C-101B-9397-08002B2CF9AE}" pid="3" name="KSOProductBuildVer">
    <vt:lpwstr>1033-12.1.0.28485</vt:lpwstr>
  </property>
</Properties>
</file>