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46920" y="4846320"/>
            <a:ext cx="256032" cy="256032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92563" y="484632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38206" y="484632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83850" y="484632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029493" y="4846320"/>
            <a:ext cx="256032" cy="256032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375136" y="4846320"/>
            <a:ext cx="256032" cy="256032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46920" y="5191963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992563" y="5191963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38206" y="5191963"/>
            <a:ext cx="256032" cy="256032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83850" y="5191963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1029493" y="5191963"/>
            <a:ext cx="256032" cy="256032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375136" y="5191963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646920" y="5537606"/>
            <a:ext cx="256032" cy="256032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992563" y="553760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338206" y="5537606"/>
            <a:ext cx="256032" cy="256032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83850" y="553760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029493" y="5537606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375136" y="5537606"/>
            <a:ext cx="256032" cy="256032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46920" y="5883250"/>
            <a:ext cx="256032" cy="256032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92563" y="588325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338206" y="5883250"/>
            <a:ext cx="256032" cy="256032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683850" y="5883250"/>
            <a:ext cx="256032" cy="256032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29493" y="588325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375136" y="5883250"/>
            <a:ext cx="256032" cy="256032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074920"/>
            <a:ext cx="47548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C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PROBLEM SOLVING USING</a:t>
            </a:r>
            <a:endParaRPr lang="en-US" sz="13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E8C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PROGRAMMING (JAVA)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5715000"/>
            <a:ext cx="4754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 Code: 26SC1101E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442085" y="1116965"/>
            <a:ext cx="7315200" cy="7378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2331720"/>
            <a:ext cx="868680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CINEMA SEAT</a:t>
            </a:r>
            <a:endParaRPr lang="en-US" sz="5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BOOKING SYSTEM</a:t>
            </a:r>
            <a:endParaRPr lang="en-US" sz="5200" dirty="0"/>
          </a:p>
        </p:txBody>
      </p:sp>
      <p:sp>
        <p:nvSpPr>
          <p:cNvPr id="30" name="Text Box 29"/>
          <p:cNvSpPr txBox="1"/>
          <p:nvPr/>
        </p:nvSpPr>
        <p:spPr>
          <a:xfrm>
            <a:off x="485140" y="668655"/>
            <a:ext cx="11146155" cy="20116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IN" altLang="en-US" sz="7200" b="1">
                <a:solidFill>
                  <a:schemeClr val="bg1"/>
                </a:solidFill>
                <a:latin typeface="Bell MT" panose="02020503060305020303" charset="0"/>
                <a:cs typeface="Bell MT" panose="02020503060305020303" charset="0"/>
              </a:rPr>
              <a:t>Java Project</a:t>
            </a:r>
            <a:endParaRPr lang="en-IN" altLang="en-US" sz="7200" b="1">
              <a:solidFill>
                <a:schemeClr val="bg1"/>
              </a:solidFill>
              <a:latin typeface="Bell MT" panose="02020503060305020303" charset="0"/>
              <a:cs typeface="Bell MT" panose="02020503060305020303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Presented By</a:t>
            </a:r>
            <a:r>
              <a:rPr lang="en-IN" alt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:</a:t>
            </a:r>
            <a:endParaRPr lang="en-IN" altLang="en-US" sz="3000" b="1" dirty="0">
              <a:solidFill>
                <a:srgbClr val="7A1128"/>
              </a:solidFill>
              <a:latin typeface="Cambria" panose="02040503050406030204" pitchFamily="34" charset="0"/>
              <a:ea typeface="Cambria" panose="02040503050406030204" pitchFamily="34" charset="-122"/>
              <a:cs typeface="Cambria" panose="02040503050406030204" pitchFamily="34" charset="-12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653796" y="219456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705356" y="2651760"/>
            <a:ext cx="1188720" cy="118872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5" name="Text 3"/>
          <p:cNvSpPr/>
          <p:nvPr/>
        </p:nvSpPr>
        <p:spPr>
          <a:xfrm>
            <a:off x="1705356" y="2651760"/>
            <a:ext cx="1188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836676" y="4069080"/>
            <a:ext cx="29260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Meer Naatiq Hyder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36676" y="457200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2620030257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48556" y="219456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00116" y="2651760"/>
            <a:ext cx="1188720" cy="118872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0" name="Text 8"/>
          <p:cNvSpPr/>
          <p:nvPr/>
        </p:nvSpPr>
        <p:spPr>
          <a:xfrm>
            <a:off x="5500116" y="2651760"/>
            <a:ext cx="1188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SR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631436" y="4069080"/>
            <a:ext cx="29260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Sharantej Ram Gardasu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31436" y="457200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2620030318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43316" y="2194560"/>
            <a:ext cx="3291840" cy="3017520"/>
          </a:xfrm>
          <a:prstGeom prst="roundRect">
            <a:avLst>
              <a:gd name="adj" fmla="val 3636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  <a:effectLst>
            <a:outerShdw blurRad="101600" dist="381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294876" y="2651760"/>
            <a:ext cx="1188720" cy="118872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5" name="Text 13"/>
          <p:cNvSpPr/>
          <p:nvPr/>
        </p:nvSpPr>
        <p:spPr>
          <a:xfrm>
            <a:off x="9294876" y="2651760"/>
            <a:ext cx="118872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S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426196" y="4069080"/>
            <a:ext cx="2926080" cy="54864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Sankeerth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26196" y="4572000"/>
            <a:ext cx="29260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2620030292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6309360" cy="47548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menu-driven Java console application that lets a user book, cancel, and view seats for a movie show.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cinema hall is modeled as a grid of seats, with each seat marked as available or booked.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Users interact through simple text prompts — choose a seat, confirm a booking, or check the layout.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system prevents double booking by validating seat status before every confirmation.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●"/>
            </a:pPr>
            <a:r>
              <a:rPr lang="en-US" sz="150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entirely with core Java — no external libraries — to reinforce fundamental programming concepts.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223760" y="1417320"/>
            <a:ext cx="4434840" cy="4754880"/>
          </a:xfrm>
          <a:prstGeom prst="roundRect">
            <a:avLst>
              <a:gd name="adj" fmla="val 2474"/>
            </a:avLst>
          </a:prstGeom>
          <a:solidFill>
            <a:srgbClr val="4A0B19"/>
          </a:solidFill>
        </p:spPr>
      </p:sp>
      <p:sp>
        <p:nvSpPr>
          <p:cNvPr id="5" name="Shape 3"/>
          <p:cNvSpPr/>
          <p:nvPr/>
        </p:nvSpPr>
        <p:spPr>
          <a:xfrm>
            <a:off x="7635240" y="1828800"/>
            <a:ext cx="3611880" cy="365760"/>
          </a:xfrm>
          <a:prstGeom prst="roundRect">
            <a:avLst>
              <a:gd name="adj" fmla="val 15000"/>
            </a:avLst>
          </a:prstGeom>
          <a:solidFill>
            <a:schemeClr val="accent4">
              <a:lumMod val="20000"/>
              <a:lumOff val="80000"/>
            </a:schemeClr>
          </a:solidFill>
        </p:spPr>
      </p:sp>
      <p:sp>
        <p:nvSpPr>
          <p:cNvPr id="6" name="Text 4"/>
          <p:cNvSpPr/>
          <p:nvPr/>
        </p:nvSpPr>
        <p:spPr>
          <a:xfrm>
            <a:off x="7635240" y="1828800"/>
            <a:ext cx="361188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4A0B1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SCREEN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26680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165592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04504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043416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482328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21240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360152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799064" y="2514600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65592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04504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43416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482328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21240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60152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799064" y="2953512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26680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65592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04504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43416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482328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21240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60152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799064" y="3392424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26680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65592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04504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43416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482328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921240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360152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799064" y="3831336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26680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65592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604504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043416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82328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921240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360152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799064" y="4270248"/>
            <a:ext cx="320040" cy="320040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35240" y="562356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Available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452360" y="5669280"/>
            <a:ext cx="146304" cy="146304"/>
          </a:xfrm>
          <a:prstGeom prst="round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052560" y="5669280"/>
            <a:ext cx="146304" cy="146304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rgbClr val="E8CE7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35440" y="5623560"/>
            <a:ext cx="16459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Booked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How the System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2574036" y="3383280"/>
            <a:ext cx="3200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4" name="Shape 2"/>
          <p:cNvSpPr/>
          <p:nvPr/>
        </p:nvSpPr>
        <p:spPr>
          <a:xfrm>
            <a:off x="1293876" y="1965960"/>
            <a:ext cx="640080" cy="64008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5" name="Text 3"/>
          <p:cNvSpPr/>
          <p:nvPr/>
        </p:nvSpPr>
        <p:spPr>
          <a:xfrm>
            <a:off x="1293876" y="19659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3796" y="26517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3796" y="2651760"/>
            <a:ext cx="19202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Seat Layout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14316" y="3383280"/>
            <a:ext cx="3200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534156" y="1965960"/>
            <a:ext cx="640080" cy="64008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0" name="Text 8"/>
          <p:cNvSpPr/>
          <p:nvPr/>
        </p:nvSpPr>
        <p:spPr>
          <a:xfrm>
            <a:off x="3534156" y="19659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894076" y="26517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94076" y="2651760"/>
            <a:ext cx="19202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Select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Movie &amp; Seat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54596" y="3383280"/>
            <a:ext cx="3200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774436" y="1965960"/>
            <a:ext cx="640080" cy="64008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5" name="Text 13"/>
          <p:cNvSpPr/>
          <p:nvPr/>
        </p:nvSpPr>
        <p:spPr>
          <a:xfrm>
            <a:off x="5774436" y="19659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134356" y="26517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134356" y="2651760"/>
            <a:ext cx="19202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Availability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94876" y="3383280"/>
            <a:ext cx="32004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014716" y="1965960"/>
            <a:ext cx="640080" cy="64008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20" name="Text 18"/>
          <p:cNvSpPr/>
          <p:nvPr/>
        </p:nvSpPr>
        <p:spPr>
          <a:xfrm>
            <a:off x="8014716" y="19659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374636" y="26517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74636" y="2651760"/>
            <a:ext cx="19202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Confirm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Booking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10254996" y="1965960"/>
            <a:ext cx="640080" cy="64008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24" name="Text 22"/>
          <p:cNvSpPr/>
          <p:nvPr/>
        </p:nvSpPr>
        <p:spPr>
          <a:xfrm>
            <a:off x="10254996" y="196596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9614916" y="2651760"/>
            <a:ext cx="1920240" cy="1463040"/>
          </a:xfrm>
          <a:prstGeom prst="roundRect">
            <a:avLst>
              <a:gd name="adj" fmla="val 6250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14916" y="2651760"/>
            <a:ext cx="1920240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Update &amp;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Show Receipt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menu repeats in a loop (Book / Cancel / View / Exit) until the user chooses to quit.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 Concepts Used in This Project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2628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3796" y="1618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5" name="Text 3"/>
          <p:cNvSpPr/>
          <p:nvPr/>
        </p:nvSpPr>
        <p:spPr>
          <a:xfrm>
            <a:off x="635508" y="210312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Variables &amp; Data Types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5508" y="256032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Store seat numbers, prices &amp; booking status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14700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15868" y="1618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9" name="Text 7"/>
          <p:cNvSpPr/>
          <p:nvPr/>
        </p:nvSpPr>
        <p:spPr>
          <a:xfrm>
            <a:off x="3497580" y="210312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Operators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97580" y="256032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Calculate ticket totals &amp; compare seat status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176772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77940" y="1618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13" name="Text 11"/>
          <p:cNvSpPr/>
          <p:nvPr/>
        </p:nvSpPr>
        <p:spPr>
          <a:xfrm>
            <a:off x="6359652" y="210312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Console I/O (Scanner)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59652" y="256032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Read the user's movie &amp; seat choice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038844" y="141732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240012" y="161848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17" name="Text 15"/>
          <p:cNvSpPr/>
          <p:nvPr/>
        </p:nvSpPr>
        <p:spPr>
          <a:xfrm>
            <a:off x="9221724" y="210312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Conditional Statements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221724" y="256032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if-else &amp; switch-case for the menu and seat checks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2628" y="35661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" y="37673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21" name="Text 19"/>
          <p:cNvSpPr/>
          <p:nvPr/>
        </p:nvSpPr>
        <p:spPr>
          <a:xfrm>
            <a:off x="635508" y="425196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Loops (for / while)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" y="470916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Render and scan the rows of the seat map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314700" y="35661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15868" y="37673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25" name="Text 23"/>
          <p:cNvSpPr/>
          <p:nvPr/>
        </p:nvSpPr>
        <p:spPr>
          <a:xfrm>
            <a:off x="3497580" y="425196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Nested Loops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97580" y="470916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Traverse rows and columns of the seat matrix together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176772" y="35661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77940" y="37673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29" name="Text 27"/>
          <p:cNvSpPr/>
          <p:nvPr/>
        </p:nvSpPr>
        <p:spPr>
          <a:xfrm>
            <a:off x="6359652" y="425196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2D Arrays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359652" y="470916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Model the cinema hall as a seat matrix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038844" y="3566160"/>
            <a:ext cx="269748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40012" y="3767328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33" name="Text 31"/>
          <p:cNvSpPr/>
          <p:nvPr/>
        </p:nvSpPr>
        <p:spPr>
          <a:xfrm>
            <a:off x="9221724" y="4251960"/>
            <a:ext cx="2331720" cy="50292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Methods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221724" y="4709160"/>
            <a:ext cx="2331720" cy="6858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05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Modular functions: book, cancel, display seats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Booking Algorithm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457200" cy="45720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4" name="Text 2"/>
          <p:cNvSpPr/>
          <p:nvPr/>
        </p:nvSpPr>
        <p:spPr>
          <a:xfrm>
            <a:off x="640080" y="141732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325880" y="1362456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Initialize a 2D char array as the seat matrix — 'A' for available, 'X' for booked.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2212848"/>
            <a:ext cx="457200" cy="45720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7" name="Text 5"/>
          <p:cNvSpPr/>
          <p:nvPr/>
        </p:nvSpPr>
        <p:spPr>
          <a:xfrm>
            <a:off x="640080" y="2212848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157984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Display the layout to the user by looping through the matrix rows and columns.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008376"/>
            <a:ext cx="457200" cy="45720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0" name="Text 8"/>
          <p:cNvSpPr/>
          <p:nvPr/>
        </p:nvSpPr>
        <p:spPr>
          <a:xfrm>
            <a:off x="640080" y="3008376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25880" y="2953512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Prompt the user for a row and column using Scanner.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803904"/>
            <a:ext cx="457200" cy="45720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3" name="Text 11"/>
          <p:cNvSpPr/>
          <p:nvPr/>
        </p:nvSpPr>
        <p:spPr>
          <a:xfrm>
            <a:off x="640080" y="3803904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25880" y="3749040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Check the chosen seat with an if condition: is seats[row][col] equal to 'A'?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599432"/>
            <a:ext cx="457200" cy="45720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6" name="Text 14"/>
          <p:cNvSpPr/>
          <p:nvPr/>
        </p:nvSpPr>
        <p:spPr>
          <a:xfrm>
            <a:off x="640080" y="4599432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4544568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If available, mark it 'X' and add the price to the running total; otherwise show "Seat already booked".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5394960"/>
            <a:ext cx="457200" cy="457200"/>
          </a:xfrm>
          <a:prstGeom prst="ellipse">
            <a:avLst/>
          </a:prstGeom>
          <a:solidFill>
            <a:srgbClr val="7A1128"/>
          </a:solidFill>
        </p:spPr>
      </p:sp>
      <p:sp>
        <p:nvSpPr>
          <p:cNvPr id="19" name="Text 17"/>
          <p:cNvSpPr/>
          <p:nvPr/>
        </p:nvSpPr>
        <p:spPr>
          <a:xfrm>
            <a:off x="640080" y="5394960"/>
            <a:ext cx="4572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5880" y="5340096"/>
            <a:ext cx="1024128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50" dirty="0">
                <a:solidFill>
                  <a:srgbClr val="2A141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Loop back to the menu (switch-case: Book / Cancel / View / Exit) until the user exits.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 Code (1 /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main() method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75720" cy="5349240"/>
          </a:xfrm>
          <a:prstGeom prst="roundRect">
            <a:avLst>
              <a:gd name="adj" fmla="val 1709"/>
            </a:avLst>
          </a:prstGeom>
          <a:solidFill>
            <a:srgbClr val="1D1D1D"/>
          </a:solidFill>
        </p:spPr>
      </p:sp>
      <p:sp>
        <p:nvSpPr>
          <p:cNvPr id="5" name="Text 3"/>
          <p:cNvSpPr/>
          <p:nvPr/>
        </p:nvSpPr>
        <p:spPr>
          <a:xfrm>
            <a:off x="621792" y="1325880"/>
            <a:ext cx="544068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import java.util.Scanner;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public class CinemaSeatBooking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final int ROWS = 5;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final int COLS = 8;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final int PRICE = 150;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char[][] seats = new char[ROWS][COLS];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int totalAmount = 0;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public static void main(String[] args)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Scanner sc = new Scanner(System.in);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initializeSeats();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int choice;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do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System.out.println("CINEMA SEAT BOOKING");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System.out.println("View Book Cancel Exit (1-4)");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System.out.print("Enter choice: 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choice = sc.nextInt();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switch (choice)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1: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displaySeats();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break;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2: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325880"/>
            <a:ext cx="544068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System.out.print("Row(0-4): 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int r1 = sc.nextInt();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System.out.print("Col(0-7): 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int c1 = sc.nextInt();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bookSeat(r1, c1);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break;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3: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System.out.print("Row(0-4): 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int r2 = sc.nextInt();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System.out.print("Col(0-7): 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int c2 = sc.nextInt();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cancelSeat(r2, c2);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break;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case 4: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System.out.println("Total=" + totalAmount);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System.out.println("Thank you!");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break;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default: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  System.out.println("Invalid choice.");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 while (choice != 4);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sc.close();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Java Code (2 / 2)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9692640" y="548640"/>
            <a:ext cx="19202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Helper methods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143000"/>
            <a:ext cx="11475720" cy="5349240"/>
          </a:xfrm>
          <a:prstGeom prst="roundRect">
            <a:avLst>
              <a:gd name="adj" fmla="val 1709"/>
            </a:avLst>
          </a:prstGeom>
          <a:solidFill>
            <a:srgbClr val="1D1D1D"/>
          </a:solidFill>
        </p:spPr>
      </p:sp>
      <p:sp>
        <p:nvSpPr>
          <p:cNvPr id="5" name="Text 3"/>
          <p:cNvSpPr/>
          <p:nvPr/>
        </p:nvSpPr>
        <p:spPr>
          <a:xfrm>
            <a:off x="621792" y="1325880"/>
            <a:ext cx="544068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void initializeSeats()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(int i = 0; i &lt; ROWS; i++)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for (int j = 0; j &lt; COLS; j++)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seats[i][j] = 'A';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void displaySeats()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System.out.println("A=Available X=Booked");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for (int i = 0; i &lt; ROWS; i++)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for (int j = 0; j &lt; COLS; j++)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  System.out.print(seats[i][j] + " 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boolean bookSeat(int row, int col)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(row&lt;0||row&gt;=ROWS||col&lt;0||col&gt;=COLS)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System.out.println("Invalid position.");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return false;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(seats[row][col] == 'A')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seats[row][col] = 'X';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72200" y="1325880"/>
            <a:ext cx="5440680" cy="50292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totalAmount += PRICE;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System.out.println("Booked! Rs." + PRICE);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return true;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System.out.println("Already booked.");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false;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static boolean cancelSeat(int row, int col)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(row&lt;0||row&gt;=ROWS||col&lt;0||col&gt;=COLS)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System.out.println("Invalid position.");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return false;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if (seats[row][col] == 'X') {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seats[row][col] = 'A';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totalAmount -= PRICE;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System.out.println("Cancelled.");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  return true;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System.out.println("Not booked.");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return false;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}</a:t>
            </a:r>
            <a:endParaRPr lang="en-US" sz="1200" dirty="0"/>
          </a:p>
          <a:p>
            <a:pPr marL="0" indent="0" algn="l">
              <a:lnSpc>
                <a:spcPct val="105000"/>
              </a:lnSpc>
              <a:buNone/>
            </a:pPr>
            <a:r>
              <a:rPr lang="en-US" sz="1200" dirty="0">
                <a:solidFill>
                  <a:srgbClr val="E8E8E8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6868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7A1128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Advantages &amp; Applications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69164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5" name="Text 3"/>
          <p:cNvSpPr/>
          <p:nvPr/>
        </p:nvSpPr>
        <p:spPr>
          <a:xfrm>
            <a:off x="868680" y="2240280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Prevents Double Booking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697480"/>
            <a:ext cx="4892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Real-time seat-status checks stop two users from taking the same seat.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55080" y="146304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169164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9" name="Text 7"/>
          <p:cNvSpPr/>
          <p:nvPr/>
        </p:nvSpPr>
        <p:spPr>
          <a:xfrm>
            <a:off x="6583680" y="2240280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Simple &amp; Beginner-Friendly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83680" y="2697480"/>
            <a:ext cx="4892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core Java, making it an approachable way to practice fundamentals.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6576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8862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13" name="Text 11"/>
          <p:cNvSpPr/>
          <p:nvPr/>
        </p:nvSpPr>
        <p:spPr>
          <a:xfrm>
            <a:off x="868680" y="4434840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Reusable Logic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68680" y="4892040"/>
            <a:ext cx="4892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same seat-matrix approach extends to buses, trains, and flight bookings.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55080" y="3657600"/>
            <a:ext cx="5349240" cy="1920240"/>
          </a:xfrm>
          <a:prstGeom prst="roundRect">
            <a:avLst>
              <a:gd name="adj" fmla="val 4762"/>
            </a:avLst>
          </a:prstGeom>
          <a:solidFill>
            <a:srgbClr val="FBF7F1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0" y="3886200"/>
            <a:ext cx="411480" cy="411480"/>
          </a:xfrm>
          <a:prstGeom prst="roundRect">
            <a:avLst>
              <a:gd name="adj" fmla="val 20000"/>
            </a:avLst>
          </a:prstGeom>
          <a:solidFill>
            <a:srgbClr val="7A1128"/>
          </a:solidFill>
        </p:spPr>
      </p:sp>
      <p:sp>
        <p:nvSpPr>
          <p:cNvPr id="17" name="Text 15"/>
          <p:cNvSpPr/>
          <p:nvPr/>
        </p:nvSpPr>
        <p:spPr>
          <a:xfrm>
            <a:off x="6583680" y="4434840"/>
            <a:ext cx="48920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7A112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Foundation for Bigger Projects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83680" y="4892040"/>
            <a:ext cx="4892040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2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grow into a GUI or database-backed app with Swing/JavaFX and JDBC.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5A5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208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00" y="54864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50754" y="54864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471709" y="54864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92663" y="54864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13618" y="548640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29800" y="86959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50754" y="86959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471709" y="86959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792663" y="86959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113618" y="869594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829800" y="1190549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150754" y="1190549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471709" y="1190549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792663" y="1190549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7A1128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113618" y="1190549"/>
            <a:ext cx="237744" cy="237744"/>
          </a:xfrm>
          <a:prstGeom prst="roundRect">
            <a:avLst>
              <a:gd name="adj" fmla="val 18000"/>
            </a:avLst>
          </a:prstGeom>
          <a:solidFill>
            <a:srgbClr val="FFFFFF">
              <a:alpha val="0"/>
            </a:srgbClr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640080"/>
            <a:ext cx="91440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D4AF37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Future Scope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40080" y="1600200"/>
            <a:ext cx="105156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500" i="1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shows how core Java concepts — arrays, loops, conditionals and methods — come together to build a working, menu-driven seat booking system.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2788920"/>
            <a:ext cx="8686800" cy="292608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Graphical interface using Swing or JavaFX for a visual seat map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Database connectivity (JDBC) to store bookings permanently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Online payment gateway integration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●"/>
            </a:pPr>
            <a:r>
              <a:rPr lang="en-US" sz="1500" dirty="0">
                <a:solidFill>
                  <a:srgbClr val="F5EF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 for multiple shows, screens, and simultaneous users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E8C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Cinema Seat Booking System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37960"/>
            <a:ext cx="4572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E8CE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5388</Words>
  <Application>WPS Presentation</Application>
  <PresentationFormat>On-screen Show (16:9)</PresentationFormat>
  <Paragraphs>299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Bell MT</vt:lpstr>
      <vt:lpstr>Courier New</vt:lpstr>
      <vt:lpstr>Courier New</vt:lpstr>
      <vt:lpstr>Courier New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Hyder Naatiq</cp:lastModifiedBy>
  <cp:revision>3</cp:revision>
  <dcterms:created xsi:type="dcterms:W3CDTF">2026-09-13T03:14:00Z</dcterms:created>
  <dcterms:modified xsi:type="dcterms:W3CDTF">2026-09-13T03:30:53Z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C6285628826241249B5BDB1F0ECF2687_12</vt:lpwstr>
  </property>
</Properties>
</file>